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D3E17-11AF-4BA6-9D5A-FCF08DF10A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EEC40-0310-4369-906F-8EE75700E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2E71D-6D34-454A-BD87-E9A8BAC38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45A7-6E32-4D39-B57C-5F8FDA9278A9}" type="datetimeFigureOut">
              <a:rPr lang="en-PH" smtClean="0"/>
              <a:t>25/11/2021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2114A-C44C-4A16-8E4C-C36560962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F93D4-17F4-4B15-A206-3A972267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1CE2-15A8-488F-9494-B9B5848EB9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73762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0A563-ED85-46D4-88F3-CFFCFA1FD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F2D90-A2CF-41F3-817E-DA4FC4584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D0D55-93DD-40D3-8E90-32B60CB63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45A7-6E32-4D39-B57C-5F8FDA9278A9}" type="datetimeFigureOut">
              <a:rPr lang="en-PH" smtClean="0"/>
              <a:t>25/11/2021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7C8FA-E65B-471A-8F9C-77C32AA0D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83D31-C4E8-4647-9A5D-9CAF79C7A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1CE2-15A8-488F-9494-B9B5848EB9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7737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6CEC-8782-4436-9DA3-C33E684BC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A1C48-7CA2-41F0-941D-C68A4C985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87B51-9EA1-46B0-9D46-3321708D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45A7-6E32-4D39-B57C-5F8FDA9278A9}" type="datetimeFigureOut">
              <a:rPr lang="en-PH" smtClean="0"/>
              <a:t>25/11/2021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1EB1C-AD07-4427-97D7-4055330B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BC268-DC3B-4843-B7D4-E64C086F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1CE2-15A8-488F-9494-B9B5848EB9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1440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1A65D-8DB0-4964-9E64-ADF0DD38D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2BC6B-3CC4-4CF9-BE06-408A47AEB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1E399-69FA-441E-A49C-5E71DB6E7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77382-F050-4E04-92C6-5D69F5A78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45A7-6E32-4D39-B57C-5F8FDA9278A9}" type="datetimeFigureOut">
              <a:rPr lang="en-PH" smtClean="0"/>
              <a:t>25/11/2021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DB2AF-0352-4244-90BC-802BAC2E4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A287F-2523-484C-81D0-F2BEDF56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1CE2-15A8-488F-9494-B9B5848EB9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32049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C98B-0F48-4D83-B0C8-5CA875582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6A6BF-BE35-4F33-9A0B-3C3DC98D8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487986-087B-419E-9293-6C79543E7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C6AAE6-23B7-49FC-B5AF-20BC5D997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264B8-61EF-4DA9-8A36-BD783AB46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9B025B-40B1-42C5-BFA9-9AA087639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45A7-6E32-4D39-B57C-5F8FDA9278A9}" type="datetimeFigureOut">
              <a:rPr lang="en-PH" smtClean="0"/>
              <a:t>25/11/2021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1D935-026E-493C-BACA-43A4C1E1B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105D80-D3CF-4C27-8D4D-BB9CD007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1CE2-15A8-488F-9494-B9B5848EB9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5693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B9F1-625E-477E-8ED1-6C48615A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766E62-8FD5-4F37-ACCA-396AFDB7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45A7-6E32-4D39-B57C-5F8FDA9278A9}" type="datetimeFigureOut">
              <a:rPr lang="en-PH" smtClean="0"/>
              <a:t>25/11/2021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EC542-0FEE-4195-BF7E-07C91CC3C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71DA3-73F4-42E9-8947-5A740682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1CE2-15A8-488F-9494-B9B5848EB9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1548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2FBE5-2630-4895-91B8-10835826A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45A7-6E32-4D39-B57C-5F8FDA9278A9}" type="datetimeFigureOut">
              <a:rPr lang="en-PH" smtClean="0"/>
              <a:t>25/11/2021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91550E-9B63-46A3-9138-525334D99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BCE38-FF7E-484E-9DA0-419314FB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1CE2-15A8-488F-9494-B9B5848EB9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24350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719A-DC72-4422-9345-0C215AC86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0903E-4F2C-4FB1-8360-30958505C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4C269-5159-4BD5-A898-F395FBFAA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65161-7A10-4209-8651-08B97EC5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45A7-6E32-4D39-B57C-5F8FDA9278A9}" type="datetimeFigureOut">
              <a:rPr lang="en-PH" smtClean="0"/>
              <a:t>25/11/2021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9FF36-488C-47A3-A6CF-BE6094733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798B2-E7AB-42CD-80A2-20AFD350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1CE2-15A8-488F-9494-B9B5848EB9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72669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479A-FF5C-4C41-ABCA-0BDA47B4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A6DA75-CF58-4F99-ABFA-C217FF385C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A0CD8-A3A1-4A34-B6F1-6712C2CA4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2618B-B7D9-49BE-9502-545009342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45A7-6E32-4D39-B57C-5F8FDA9278A9}" type="datetimeFigureOut">
              <a:rPr lang="en-PH" smtClean="0"/>
              <a:t>25/11/2021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D0777-4CCC-4DED-A727-28D986897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5DA27-ACBA-4082-B083-584C1D6E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1CE2-15A8-488F-9494-B9B5848EB9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2301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4B8A-D742-45E5-BC3C-75610555A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68A58-41CE-4860-9ACB-29C5C30F6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FECF9-2C4B-4172-864E-03332572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45A7-6E32-4D39-B57C-5F8FDA9278A9}" type="datetimeFigureOut">
              <a:rPr lang="en-PH" smtClean="0"/>
              <a:t>25/11/2021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737DE-F68F-4619-9C9D-1BB0E4EB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F94C7-E736-4FA1-ACCD-466F68B2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1CE2-15A8-488F-9494-B9B5848EB9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2933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6E4F79-61E7-4904-AB6F-5E22E775E6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506E4-7BEF-4DEF-AC46-573A33075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2F605-9D6E-4F60-8BD6-F4634097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545A7-6E32-4D39-B57C-5F8FDA9278A9}" type="datetimeFigureOut">
              <a:rPr lang="en-PH" smtClean="0"/>
              <a:t>25/11/2021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F08E-9CAE-4CF2-8A24-7C6688F36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F778F-6040-4C93-887A-0BB6AE00E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41CE2-15A8-488F-9494-B9B5848EB9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5848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840C5-DEAE-4809-A309-6418CE89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06286-6D53-43D9-ADCB-A00265008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4907A-5789-4739-80AC-38F60DA853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545A7-6E32-4D39-B57C-5F8FDA9278A9}" type="datetimeFigureOut">
              <a:rPr lang="en-PH" smtClean="0"/>
              <a:t>25/11/2021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9B199-1365-41A5-8489-27EEF8D45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FB03E-940C-41AF-920F-4235EAEB1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41CE2-15A8-488F-9494-B9B5848EB93A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9729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41FE1-F794-4016-86A0-A816D9A26F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FFT on NN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(Possible topic for 290 &amp;| 400)</a:t>
            </a:r>
            <a:endParaRPr lang="en-PH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36926-8293-4DBC-A842-0DFCE59FF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27205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Marwin Alejo</a:t>
            </a:r>
            <a:br>
              <a:rPr lang="en-PH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PH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2020-20221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115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912A-99F0-4168-AE15-9D9BAF4DC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 ML challenge…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A2C4B-C6A6-48A5-994F-787B64E1A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Existing NNs are expensive</a:t>
            </a:r>
          </a:p>
          <a:p>
            <a:r>
              <a:rPr lang="en-US" dirty="0"/>
              <a:t>How can it be utilized for daily ubiquitous computing?</a:t>
            </a:r>
          </a:p>
          <a:p>
            <a:pPr lvl="1"/>
            <a:r>
              <a:rPr lang="en-US" dirty="0"/>
              <a:t>Miniaturization/tweaking of soft-architectures aren’t enough</a:t>
            </a:r>
          </a:p>
          <a:p>
            <a:pPr lvl="1"/>
            <a:r>
              <a:rPr lang="en-US" dirty="0"/>
              <a:t>Computing platforms must be considered (hardware – </a:t>
            </a:r>
            <a:r>
              <a:rPr lang="en-US" dirty="0" err="1"/>
              <a:t>comp.arch</a:t>
            </a:r>
            <a:r>
              <a:rPr lang="en-US" dirty="0"/>
              <a:t>.)</a:t>
            </a:r>
          </a:p>
          <a:p>
            <a:pPr lvl="1"/>
            <a:r>
              <a:rPr lang="en-US" dirty="0"/>
              <a:t>NN on frequency-domain – promising research (rapidly growing)</a:t>
            </a:r>
          </a:p>
          <a:p>
            <a:pPr lvl="2"/>
            <a:r>
              <a:rPr lang="en-US" dirty="0"/>
              <a:t>As replacement for NNs on:</a:t>
            </a:r>
          </a:p>
          <a:p>
            <a:pPr lvl="3"/>
            <a:r>
              <a:rPr lang="en-US" dirty="0"/>
              <a:t>CNN or GAN or </a:t>
            </a:r>
            <a:r>
              <a:rPr lang="en-US" dirty="0" err="1"/>
              <a:t>ViT</a:t>
            </a:r>
            <a:r>
              <a:rPr lang="en-US" dirty="0"/>
              <a:t> for CVs </a:t>
            </a:r>
          </a:p>
          <a:p>
            <a:pPr lvl="3"/>
            <a:r>
              <a:rPr lang="en-US" dirty="0"/>
              <a:t>Transformers for NLP</a:t>
            </a:r>
          </a:p>
          <a:p>
            <a:pPr lvl="4"/>
            <a:r>
              <a:rPr lang="en-US" dirty="0"/>
              <a:t>Because they’re expensive.</a:t>
            </a:r>
          </a:p>
          <a:p>
            <a:pPr lvl="4"/>
            <a:r>
              <a:rPr lang="en-US" dirty="0"/>
              <a:t>Image conv is expensive.</a:t>
            </a:r>
          </a:p>
        </p:txBody>
      </p:sp>
    </p:spTree>
    <p:extLst>
      <p:ext uri="{BB962C8B-B14F-4D97-AF65-F5344CB8AC3E}">
        <p14:creationId xmlns:p14="http://schemas.microsoft.com/office/powerpoint/2010/main" val="3403539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05A4-A359-4DBB-92DE-8452570D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FFT on CNN</a:t>
            </a:r>
            <a:endParaRPr lang="en-PH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7E555C5-3F2D-452F-A314-8E3526636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9979" y="1448550"/>
            <a:ext cx="3543300" cy="106680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03C41-0688-49BF-8A21-5A6F3713C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414" y="478601"/>
            <a:ext cx="5965552" cy="1939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E6A41D-EB29-47FF-B70B-AAA68C311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108193" y="-1370174"/>
            <a:ext cx="234861" cy="34626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4A0812-7617-4E4A-8B9D-80ADAD41D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032" y="2774113"/>
            <a:ext cx="6529704" cy="37507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3EF974-CF8E-4D00-BD5D-69EAFFD4E7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1526" y="2653361"/>
            <a:ext cx="4297095" cy="389338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BE1164F-F8E6-4AEF-B49C-F8FE1588D48E}"/>
              </a:ext>
            </a:extLst>
          </p:cNvPr>
          <p:cNvSpPr/>
          <p:nvPr/>
        </p:nvSpPr>
        <p:spPr>
          <a:xfrm>
            <a:off x="7222921" y="2653360"/>
            <a:ext cx="1099985" cy="77563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BBD736-CC4C-428E-B13B-92948D5961B4}"/>
              </a:ext>
            </a:extLst>
          </p:cNvPr>
          <p:cNvSpPr/>
          <p:nvPr/>
        </p:nvSpPr>
        <p:spPr>
          <a:xfrm>
            <a:off x="1559977" y="1424254"/>
            <a:ext cx="3543300" cy="109109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517FA4-55B9-49EE-9B7F-0DAFB2FBC421}"/>
              </a:ext>
            </a:extLst>
          </p:cNvPr>
          <p:cNvCxnSpPr/>
          <p:nvPr/>
        </p:nvCxnSpPr>
        <p:spPr>
          <a:xfrm>
            <a:off x="4924338" y="2418499"/>
            <a:ext cx="2441196" cy="47570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49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05A4-A359-4DBB-92DE-8452570D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FFT on CNN</a:t>
            </a:r>
            <a:endParaRPr lang="en-PH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03C41-0688-49BF-8A21-5A6F3713C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414" y="478601"/>
            <a:ext cx="5965552" cy="1939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E6A41D-EB29-47FF-B70B-AAA68C311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108193" y="-1370174"/>
            <a:ext cx="234861" cy="3462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F71B0C-B850-4BBF-A66D-6AF84CC7C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939" y="2792274"/>
            <a:ext cx="6181725" cy="1514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A7AE96-470F-45CE-8333-07D6E2B209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1288" y="4601966"/>
            <a:ext cx="8820150" cy="10477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BA0A5B-3EFC-4A66-84A7-ED1A80032D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4891" y="5649716"/>
            <a:ext cx="8982075" cy="97155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F78BDA4-1372-4849-9327-4BE031D63C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9599" y="6240149"/>
            <a:ext cx="8553450" cy="5048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BA9CCB1-77AD-474C-8070-EE7E1830C7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51" y="1374829"/>
            <a:ext cx="5269479" cy="30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323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05A4-A359-4DBB-92DE-8452570D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FFT on CNN</a:t>
            </a:r>
            <a:endParaRPr lang="en-PH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03C41-0688-49BF-8A21-5A6F3713C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414" y="478601"/>
            <a:ext cx="5965552" cy="1939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E6A41D-EB29-47FF-B70B-AAA68C311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108193" y="-1370174"/>
            <a:ext cx="234861" cy="34626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3ED487-AE4F-43CA-9821-AC3932164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01" y="1890057"/>
            <a:ext cx="4310538" cy="44939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B3513F-DD82-4D63-BE03-F4EC46461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5341" y="3099863"/>
            <a:ext cx="58578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75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30F1-C6AB-407F-9F07-31CB5E6A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FFT on </a:t>
            </a:r>
            <a:r>
              <a:rPr lang="en-US" b="1" dirty="0" err="1"/>
              <a:t>TransformersNN</a:t>
            </a:r>
            <a:endParaRPr lang="en-PH" b="1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A61B096E-84F8-4AB2-89E7-4624780827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0463" y="2923195"/>
            <a:ext cx="4380298" cy="2284349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E97668-D0F7-4244-9A29-A69572479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663" y="668704"/>
            <a:ext cx="4683723" cy="15998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7B0D6D-DF31-4C8B-AD66-823AF4E6E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194335" y="-1929661"/>
            <a:ext cx="340468" cy="48123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2D8DE2-C74A-48F9-9E32-58B04518A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14" y="1361489"/>
            <a:ext cx="6758570" cy="35838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97D3F13-197F-4688-AB22-CE1C430067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790" y="5207544"/>
            <a:ext cx="6251852" cy="120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20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30F1-C6AB-407F-9F07-31CB5E6A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FFT on </a:t>
            </a:r>
            <a:r>
              <a:rPr lang="en-US" b="1" dirty="0" err="1"/>
              <a:t>TransformersNN</a:t>
            </a:r>
            <a:endParaRPr lang="en-PH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E97668-D0F7-4244-9A29-A69572479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663" y="668704"/>
            <a:ext cx="4683723" cy="15998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7B0D6D-DF31-4C8B-AD66-823AF4E6E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194335" y="-1929661"/>
            <a:ext cx="340468" cy="48123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C92507-76C2-4E72-8891-85EABFA7E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39" y="1399923"/>
            <a:ext cx="6364565" cy="33291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533F58-C33B-45DB-9E79-3C0BED565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940" y="4847835"/>
            <a:ext cx="6061091" cy="183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03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30F1-C6AB-407F-9F07-31CB5E6A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FFT on </a:t>
            </a:r>
            <a:r>
              <a:rPr lang="en-US" b="1" dirty="0" err="1"/>
              <a:t>TransformersNN</a:t>
            </a:r>
            <a:endParaRPr lang="en-P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AD354-967C-47A2-A4FA-7F2C4FA93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CCDC5-E846-4009-B14F-A9F1D80F9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726" y="553558"/>
            <a:ext cx="5381625" cy="1695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65FEB6-7F45-4662-ACD4-06441A651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367662" y="-1846262"/>
            <a:ext cx="352425" cy="4505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303DEA-0EB9-4637-B371-CFF80D55D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1" y="1410951"/>
            <a:ext cx="4344427" cy="37871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E7D8B0-EFC6-438D-9A80-48B3598063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4112" y="5198056"/>
            <a:ext cx="3267079" cy="16076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CEB492-38D3-4533-9C34-22EC87691A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7925" y="2106396"/>
            <a:ext cx="6546937" cy="28569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FC77C6-6465-468A-A170-F75676625D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2627" y="5155533"/>
            <a:ext cx="6459434" cy="130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458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106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FFT on NN (Possible topic for 290 &amp;| 400)</vt:lpstr>
      <vt:lpstr>An ML challenge…</vt:lpstr>
      <vt:lpstr>FFT on CNN</vt:lpstr>
      <vt:lpstr>FFT on CNN</vt:lpstr>
      <vt:lpstr>FFT on CNN</vt:lpstr>
      <vt:lpstr>FFT on TransformersNN</vt:lpstr>
      <vt:lpstr>FFT on TransformersNN</vt:lpstr>
      <vt:lpstr>FFT on TransformersNN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FFT on NN</dc:title>
  <dc:creator>Marwin Alejo</dc:creator>
  <cp:lastModifiedBy>Marwin Alejo</cp:lastModifiedBy>
  <cp:revision>4</cp:revision>
  <dcterms:created xsi:type="dcterms:W3CDTF">2021-11-24T16:23:15Z</dcterms:created>
  <dcterms:modified xsi:type="dcterms:W3CDTF">2021-11-25T09:26:09Z</dcterms:modified>
</cp:coreProperties>
</file>